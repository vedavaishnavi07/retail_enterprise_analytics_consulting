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2060"/>
                </a:solidFill>
              </a:defRPr>
            </a:pPr>
            <a:r>
              <a:t>Retail Enterprise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70C0"/>
                </a:solidFill>
              </a:defRPr>
            </a:pPr>
            <a:r>
              <a:t>Executive Board-Level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Volunteer Analytics Consultant Engagement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Enterprise-Scale Retail Performance Transformation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SQL Server | Python |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2060"/>
                </a:solidFill>
              </a:defRPr>
            </a:pPr>
            <a:r>
              <a:t>Executive Business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Revenue growth stagnation across multi-city operations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Profit margin volatility across product categories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Inventory holding inefficiencies increasing operational costs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Uncertainty in customer revenue distribution 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2060"/>
                </a:solidFill>
              </a:defRPr>
            </a:pPr>
            <a:r>
              <a:t>Engagement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Design enterprise-grade relational data architecture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Engineer accurate and defensible business KPIs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Perform deep operational and financial analytics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Deliver executive-level dashboard and strategic roadmap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2060"/>
                </a:solidFill>
              </a:defRPr>
            </a:pPr>
            <a:r>
              <a:t>Data Architecture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Fact Tables: Orders (Header) and Order_Items (Line-level granularity)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Dimension Tables: Customers, Products, Stores, Suppliers, Inventory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Foreign key constraints ensuring referential integrity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Star schema modeling for optimized BI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2060"/>
                </a:solidFill>
              </a:defRPr>
            </a:pPr>
            <a:r>
              <a:t>KPI Engineering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Revenue = Quantity × Unit Price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Gross Profit = (Selling Price – Cost Price) × Quantity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Profit Margin % = Profit ÷ Revenue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Average Order Value uses DISTINCT order logic to prevent inflation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Sales Velocity = Total Units Sold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2060"/>
                </a:solidFill>
              </a:defRPr>
            </a:pPr>
            <a:r>
              <a:t>Store Performance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Hyderabad leads total revenue driven by transaction volume scale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Mumbai demonstrates highest Average Order Value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Revenue leadership is volume-based rather than ticket-size driven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Balanced multi-category mix across leading stores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2060"/>
                </a:solidFill>
              </a:defRPr>
            </a:pPr>
            <a:r>
              <a:t>Category &amp; Portfolio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Electronics delivers highest profit margins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Grocery operates as primary volume engine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Balanced sub-category revenue distribution reduces dependency risk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Low-performing SKUs identified for rationalization strategy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2060"/>
                </a:solidFill>
              </a:defRPr>
            </a:pPr>
            <a:r>
              <a:t>Customer Revenue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Top 10 customers contribute approximately 1% of total revenue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Top 100 customers contribute approximately 7.86%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Revenue base is highly diversified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Low concentration risk strengthens enterprise stability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2060"/>
                </a:solidFill>
              </a:defRPr>
            </a:pPr>
            <a:r>
              <a:t>Data Quality &amp; Risk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Null and referential integrity validation checks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Duplicate detection in transactional tables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Negative value and pricing anomaly checks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Automated Python-based validation 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2060"/>
                </a:solidFill>
              </a:defRPr>
            </a:pPr>
            <a: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Scale high-margin Electronics category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Protect high-volume Grocery segments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Optimize low-performing SKUs through rationalization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Replicate high-performing store operational playbook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Enhance inventory time-series modeling capability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2060"/>
                </a:solidFill>
              </a:defRPr>
            </a:pPr>
            <a:r>
              <a:t>Limitations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Inventory dataset is snapshot-based (limits turnover modeling)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Product master lacks descriptive naming attribute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Opportunity to integrate cohort retention modeling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Future integration with promotional campaign analytics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2060"/>
                </a:solidFill>
              </a:defRPr>
            </a:pPr>
            <a:r>
              <a:t>Executive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Enterprise-grade analytics lifecycle successfully implemented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Validated financial and operational KPIs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Developed interactive multi-page Power BI dashboard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Delivered board-level strategic recommendations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